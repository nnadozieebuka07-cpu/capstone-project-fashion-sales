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Fashion Boutique Sales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Capstone Project</a:t>
            </a:r>
          </a:p>
          <a:p>
            <a:r>
              <a:t>Prepared by: Ebuka Nnadozie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fashion boutique inventory and product data to uncover patterns in categories, brands, and inventory value.</a:t>
            </a:r>
          </a:p>
          <a:p/>
          <a:p>
            <a:r>
              <a:t>Objectives:</a:t>
            </a:r>
          </a:p>
          <a:p>
            <a:r>
              <a:t>• Understand product distribution</a:t>
            </a:r>
          </a:p>
          <a:p>
            <a:r>
              <a:t>• Analyze category performance</a:t>
            </a:r>
          </a:p>
          <a:p>
            <a:r>
              <a:t>• Evaluate inventory value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Fashion retailers need insights to manage inventory, identify high-value categories, improve profitability, and optimize stock allocation.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Dataset: Fashion Boutique Dataset</a:t>
            </a:r>
          </a:p>
          <a:p>
            <a:r>
              <a:t>Variables: Product Name, Category, Brand, Inventory Value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Checked missing values</a:t>
            </a:r>
          </a:p>
          <a:p>
            <a:r>
              <a:t>• Verified data types</a:t>
            </a:r>
          </a:p>
          <a:p>
            <a:r>
              <a:t>• Removed duplicates</a:t>
            </a:r>
          </a:p>
          <a:p>
            <a:r>
              <a:t>• Prepared data for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 on Category, Brand and Inventory Value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Performed category distribution, brand distribution, and inventory value analysis using Python, Pandas, Matplotlib and Seaborn.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Products by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Accessories contain the highest number of products. Clothing and footwear also have significant representation.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Brand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 counts differ across brands, showing unequal brand representation.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Inventory Value by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Outerwear: 1.22M</a:t>
            </a:r>
          </a:p>
          <a:p>
            <a:r>
              <a:t>Shoes: 1.02M</a:t>
            </a:r>
          </a:p>
          <a:p>
            <a:r>
              <a:t>Dresses: 0.78M</a:t>
            </a:r>
          </a:p>
          <a:p>
            <a:r>
              <a:t>Bottoms: 0.58M</a:t>
            </a:r>
          </a:p>
          <a:p>
            <a:r>
              <a:t>Tops: 0.58M</a:t>
            </a:r>
          </a:p>
          <a:p>
            <a:r>
              <a:t>Accessories: 0.45M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Major Findings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Accessories have the most products. Outerwear has the highest inventory value. Focus inventory and marketing on high-value categories.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analysis provides insights for better inventory management, product strategy, resource allocation, and profitability.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/>
  <dc:subject/>
  <dc:creator>M365 Copilot</dc:creator>
  <keywords/>
  <dc:description>generated using python-pptx</dc:description>
  <lastModifiedBy>M365 Copilot</lastModifiedBy>
  <revision>1</revision>
  <dcterms:created xsi:type="dcterms:W3CDTF">2026-10-22T16:30:59.4981320Z</dcterms:created>
  <dcterms:modified xsi:type="dcterms:W3CDTF">2026-10-22T16:30:59.4981320Z</dcterms:modified>
  <category/>
</coreProperties>
</file>