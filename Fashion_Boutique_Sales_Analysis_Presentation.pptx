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8" d="100"/>
          <a:sy n="28" d="100"/>
        </p:scale>
        <p:origin x="153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Boutique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</a:t>
            </a:r>
          </a:p>
          <a:p>
            <a:r>
              <a:t>Prepared by: Ebuka Nnadozie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3C24-9A23-1326-FE9F-F50AE446E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C1790-70FA-04DF-E15D-8986C4309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4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fashion boutique inventory and product data to uncover patterns in categories, brands, and inventory value.</a:t>
            </a:r>
          </a:p>
          <a:p>
            <a:endParaRPr/>
          </a:p>
          <a:p>
            <a:r>
              <a:t>Objectives:</a:t>
            </a:r>
          </a:p>
          <a:p>
            <a:r>
              <a:t>• Understand product distribution</a:t>
            </a:r>
          </a:p>
          <a:p>
            <a:r>
              <a:t>• Analyze category performance</a:t>
            </a:r>
          </a:p>
          <a:p>
            <a:r>
              <a:t>• Evaluate inventory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Fashion retailers need insights to manage inventory, identify high-value categories, improve profitability, and optimize stock 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Fashion Boutique Dataset</a:t>
            </a:r>
          </a:p>
          <a:p>
            <a:r>
              <a:t>Variables: Product Name, Category, Brand, Inventory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Checked missing values</a:t>
            </a:r>
          </a:p>
          <a:p>
            <a:r>
              <a:t>• Verified data types</a:t>
            </a:r>
          </a:p>
          <a:p>
            <a:r>
              <a:t>• Removed duplicates</a:t>
            </a:r>
          </a:p>
          <a:p>
            <a:r>
              <a:t>• Prepared data for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Category, Brand and Inventory Value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category distribution, brand distribution, and inventory value analysis using Python, Pandas, Matplotlib and Seaborn.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Accessories contain the highest number of products. Clothing and footwear also have significant representation.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counts differ across brands, showing unequal brand representation.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Value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Outerwear: 1.22M</a:t>
            </a:r>
          </a:p>
          <a:p>
            <a:r>
              <a:t>Shoes: 1.02M</a:t>
            </a:r>
          </a:p>
          <a:p>
            <a:r>
              <a:t>Dresses: 0.78M</a:t>
            </a:r>
          </a:p>
          <a:p>
            <a:r>
              <a:t>Bottoms: 0.58M</a:t>
            </a:r>
          </a:p>
          <a:p>
            <a:r>
              <a:t>Tops: 0.58M</a:t>
            </a:r>
          </a:p>
          <a:p>
            <a:r>
              <a:t>Accessories: 0.45M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Accessories have the most products. Outerwear has the highest inventory value. Focus inventory and marketing on high-value categories.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provides insights for better inventory management, product strategy, resource allocation, and profitability. Thank You!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A7E5-264E-48E2-35E1-67A0450F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33E6-701A-15B0-6B84-56D91BFC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4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239</Words>
  <Application>Microsoft Office PowerPoint</Application>
  <PresentationFormat>On-screen Show (4:3)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Fashion Boutique Sales Analysis</vt:lpstr>
      <vt:lpstr>PowerPoint Presentation</vt:lpstr>
      <vt:lpstr>Introduction</vt:lpstr>
      <vt:lpstr>Business Problem</vt:lpstr>
      <vt:lpstr>Dataset Overview</vt:lpstr>
      <vt:lpstr>Data Cleaning</vt:lpstr>
      <vt:lpstr>Feature Engineering</vt:lpstr>
      <vt:lpstr>Exploratory Data Analysis</vt:lpstr>
      <vt:lpstr>Products by Category</vt:lpstr>
      <vt:lpstr>Brand Distribution</vt:lpstr>
      <vt:lpstr>Inventory Value by Category</vt:lpstr>
      <vt:lpstr>Major Findings &amp;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M365 Copilot</dc:creator>
  <cp:keywords/>
  <dc:description>generated using python-pptx</dc:description>
  <cp:lastModifiedBy>NNADOZIE EBUKA</cp:lastModifiedBy>
  <cp:revision>2</cp:revision>
  <dcterms:created xsi:type="dcterms:W3CDTF">2026-10-22T16:30:59Z</dcterms:created>
  <dcterms:modified xsi:type="dcterms:W3CDTF">2026-10-23T01:59:11Z</dcterms:modified>
  <cp:category/>
</cp:coreProperties>
</file>